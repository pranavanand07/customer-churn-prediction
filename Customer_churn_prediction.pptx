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Source Code Pro" panose="020B0509030403020204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90448976-5611-6392-465D-E754D013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119A8063-8840-A400-305B-401073F88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BD6C26DB-63E8-821A-C72E-C3894EF8C4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8011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20389" y="2741294"/>
            <a:ext cx="9751218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Customer Churn Prediction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452560" y="4324538"/>
            <a:ext cx="9286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 Data Science project to identify at-risk customers and the key drivers of attrition.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370668-B7AD-8DB3-EC74-E3A49A28C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630" y="74904"/>
            <a:ext cx="7278116" cy="1964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190750" y="2643187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(Core programming language)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190750" y="3148012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Pandas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(Data manipulation and cleaning)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190750" y="3652837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Matplotlib &amp; Seaborn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(Data visualization)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4157662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Scikit-learn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(Machine learning models and metrics)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190750" y="4662487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Jupyter Notebook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(Development environment)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9081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1956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7004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2052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Tools &amp; Technologies Used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1. Cleaning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464820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Loaded Telco dataset, handled missing values, and converted data types.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3343888" y="247650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2. EDA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407419" y="2981325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Analyzed features to find initial insights (e.g., Contract, Tenure).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3. Modeling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243339" y="4648200"/>
            <a:ext cx="254124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Built baseline models (Logistic Regression, Random Forest) and diagnosed the imbalance problem.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9015728" y="247650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4. Solution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079259" y="2981325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Applied `class_weight` to fix imbalance and retrained models.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Methodology / Workflow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2012156"/>
            <a:ext cx="5286375" cy="381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99654"/>
            <a:ext cx="5286375" cy="381119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49366" y="2199679"/>
            <a:ext cx="513064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1. Fixing Data Imbalance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411991" y="2199679"/>
            <a:ext cx="513064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2. Extracting Key Drivers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23924" y="3085504"/>
            <a:ext cx="3638931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</a:t>
            </a:r>
            <a:r>
              <a:rPr lang="en-US" sz="1050" i="1" dirty="0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 tell the model   to  penalize  </a:t>
            </a:r>
            <a:r>
              <a:rPr lang="en-US" sz="1050" i="1" dirty="0" err="1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misclassiffying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923925" y="3272135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the rare 'Churn=1' class more heavily.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923925" y="3645396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lr_weighted_model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2447925" y="3630216"/>
            <a:ext cx="1447800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FDE04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LogisticRegression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1228725" y="3832026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max_iter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914525" y="3832026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1000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28725" y="4018657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class_weight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2219325" y="4018657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F3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'balanced'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23925" y="4578548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lr_weighted_model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2295525" y="4578548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DE04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fit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6686550" y="3085504"/>
            <a:ext cx="2743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We get the 'coefficients' from the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86550" y="3272135"/>
            <a:ext cx="2590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trained model to find the "why".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86550" y="3645396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coefficients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658350" y="3645396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686550" y="3832026"/>
            <a:ext cx="990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feature_names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686550" y="4205287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coef_df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677150" y="4205287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DE04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DataFrame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991350" y="4391917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F3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'Feature'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991350" y="4578548"/>
            <a:ext cx="990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F3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'Coefficient'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86550" y="5138439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coef_df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058150" y="5138439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DE04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sort_values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201150" y="5138439"/>
            <a:ext cx="990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F3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'Coefficient'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Implementation (Key Code)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FD848-8637-BC23-C644-B764DBBA6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2012156"/>
            <a:ext cx="5286375" cy="3823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704CFE-5D45-01EB-86E0-7D5664FF62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2024659"/>
            <a:ext cx="5334000" cy="3811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8229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1677924" y="5721465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Confusion Matrix 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7529320" y="436664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Final Model Performance (79% Recall)</a:t>
            </a:r>
            <a:endParaRPr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Output Screenshots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4A20F-7317-B15E-E0B7-0514109E1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24" y="1724024"/>
            <a:ext cx="5180076" cy="3800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81F563-F455-B97E-8F66-C0825B4F8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1724024"/>
            <a:ext cx="4974336" cy="22901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6">
          <a:extLst>
            <a:ext uri="{FF2B5EF4-FFF2-40B4-BE49-F238E27FC236}">
              <a16:creationId xmlns:a16="http://schemas.microsoft.com/office/drawing/2014/main" id="{49CF61E4-2D90-6777-BC77-65BF159C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>
            <a:extLst>
              <a:ext uri="{FF2B5EF4-FFF2-40B4-BE49-F238E27FC236}">
                <a16:creationId xmlns:a16="http://schemas.microsoft.com/office/drawing/2014/main" id="{484B90C7-4BA4-2DF4-B4D1-875497522F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229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EBB1EAF7-C440-A04F-0791-CC4245CE17C6}"/>
              </a:ext>
            </a:extLst>
          </p:cNvPr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Output Screenshots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BEB246-096D-3B4A-743D-6A939AED4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23" y="1649464"/>
            <a:ext cx="5919977" cy="4102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E9A334-70F6-401E-FC4B-CE041F910943}"/>
              </a:ext>
            </a:extLst>
          </p:cNvPr>
          <p:cNvSpPr txBox="1"/>
          <p:nvPr/>
        </p:nvSpPr>
        <p:spPr>
          <a:xfrm>
            <a:off x="1106424" y="5950263"/>
            <a:ext cx="3584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Impactful Features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25EB5-BAC1-2596-79AB-36C271218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3" y="1143000"/>
            <a:ext cx="5678423" cy="46085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23293A-6CA9-E6FB-3775-E08FA9E2A231}"/>
              </a:ext>
            </a:extLst>
          </p:cNvPr>
          <p:cNvSpPr txBox="1"/>
          <p:nvPr/>
        </p:nvSpPr>
        <p:spPr>
          <a:xfrm>
            <a:off x="7114032" y="5925312"/>
            <a:ext cx="4105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Top 10 Key Churn Drivers</a:t>
            </a:r>
            <a:endParaRPr lang="en-US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802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2190750" y="2424112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Solved the Problem: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Successfully built a model to identify at-risk customers.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2190750" y="2928937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Overcame Imbalance: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Solved the critical class imbalance problem by using `class_weight`, boosting churner **Recall from 51% to 79%**.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2190750" y="3748087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Actionable Insights: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Identified that **Month-to-Month Contracts** and **Tenure** are the most significant factors influencing churn.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2190750" y="4567237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Business Value: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The model provides a clear, actionable list of at-risk customers for the retention team to target.</a:t>
            </a:r>
            <a:endParaRPr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4717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97656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7957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6148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3843337"/>
            <a:ext cx="11049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>
                <a:solidFill>
                  <a:schemeClr val="bg1"/>
                </a:solidFill>
              </a:rPr>
              <a:t>By-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>
                <a:solidFill>
                  <a:schemeClr val="bg1"/>
                </a:solidFill>
              </a:rPr>
              <a:t>Pranav Anand</a:t>
            </a:r>
            <a:endParaRPr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329</Words>
  <Application>Microsoft Office PowerPoint</Application>
  <PresentationFormat>Widescreen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Poppins</vt:lpstr>
      <vt:lpstr>Source Code Pro</vt:lpstr>
      <vt:lpstr>Calibri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PRANAV  ANAND</cp:lastModifiedBy>
  <cp:revision>12</cp:revision>
  <dcterms:modified xsi:type="dcterms:W3CDTF">2025-11-09T11:31:09Z</dcterms:modified>
</cp:coreProperties>
</file>